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278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Manual de la Master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4F5"/>
                </a:solidFill>
              </a:rPr>
              <a:t>Documentación del Sistema de Gestión de Asociados y Partners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40480"/>
            <a:ext cx="9144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Alcance del Documento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Propósito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1600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Documentar el funcionamiento actual de la Master que vive en Google Sheets, describiendo el flujo de datos, las hojas involucradas y las relaciones entre ellas.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77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Qué es la Master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1440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Sistema semi-automatizado de gestión basado en Google Sheets que registra y administra el ciclo completo de empresas postulantes a Asociado o Partner en FinteChile, desde el primer contacto hasta la eventual salida del programa.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Objetivo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Facilitar la comprensión del sistema para su migración a Notion.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Qué Cubre este Manual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Flujo de Datos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Cómo se mueven los datos entre hojas del sistema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Estructura de Hojas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Contenido y propósito de cada hoja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Modelo Relacional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7200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Cómo se relacionan las hojas usando RUT como ID único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Automatizaciones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7200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Qué es automático y qué requiere acción manual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4904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Casos Especiales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5720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Flujos alternativos y excepciones conocidas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Visión General del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Formularios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HubSpot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Plataforma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Pegado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37160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Prospección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Nuevas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94944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(Activos)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01752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48640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Renovación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(Pagos)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301752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31520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(Contrapartes)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017520"/>
            <a:ext cx="128016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65760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Salida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155448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937760" y="155448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492240" y="155448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</a:rPr>
              <a:t>Sistema Semi-automatizado: Utiliza Google Apps Script para traspasos entre hojas. Requiere confirmación manual de cada acción.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Modelo Relacional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1828800"/>
            <a:ext cx="1828800" cy="109728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ID Único</a:t>
            </a:r>
            <a:endParaRPr lang="en-US" sz="14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RUT Empresa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164592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PROSPECCIÓN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(1:1)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164592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NUEVAS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(1:1)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164592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731520"/>
            <a:ext cx="164592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0" y="731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RENOVACIÓN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(1:N)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164592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(1:N)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El RUT conecta todas las hojas como identificador único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Ciclo de Vida del Miembro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Ingreso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Form 1/2 → Pegado → Prospección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Aprobación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Revisión → Aprobación Directorio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Formalización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Nuevas Empresas → Pago + Firma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Vida Activa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Empresas ↔ Renovación ↔ Contactos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Salida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'No Renovará' → Salida Empresas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Tipos de Membresía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0116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Asociado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Empresas Fintech o Startups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Tarifas (según ventas anuales):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Pequeña (&lt; 25.000 UF): 24 UF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Mediana (&lt; 100.000 UF): 44 UF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Grande (&gt; 100.000 UF): 68 UF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20116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Partner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Empresas tradicionales no-fintech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4632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Tarifas (según ventas anuales):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Pequeña (&lt; 25.000 UF): 50 UF + IVA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Mediana (&lt; 100.000 UF): 100 UF + IVA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• Grande (&gt; 100.000 UF): 150 UF + IVA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Empresas extranjeras: Solo pueden ser Partner (150 UF sin IVA)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5"/>
                </a:solidFill>
              </a:rPr>
              <a:t>Ejemplos: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8F4F5"/>
                </a:solidFill>
              </a:rPr>
              <a:t>• Asociado: Empresa de pagos digitales, plataforma de préstamos, billetera digital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8F4F5"/>
                </a:solidFill>
              </a:rPr>
              <a:t>• Partner: Bufete de abogados, empresa de ciberseguridad, consultora tecnológica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Plataforma de Pegado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Paso actual: Workaround para ingreso manual de datos desde HubSpot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Propósito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Recibir datos copiados manualmente desde correos de HubSpot, validarlos y enviarlos a Prospección.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Funciones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97280" y="31546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Validar formato RUT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Validar fecha de postulación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Validar tipo de membresía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Botón 'Ingresar' ejecuta script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→ Salida: </a:t>
            </a:r>
            <a:r>
              <a:rPr lang="en-US" sz="1400" dirty="0">
                <a:solidFill>
                  <a:srgbClr val="1E293B"/>
                </a:solidFill>
              </a:rPr>
              <a:t>Todos los datos pasan a la hoja Prospección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Prospección (1/2)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Estado: Empresa interesada en ser miembro, aún no aprobada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Flujo Interno del Proceso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Form 1 completado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Invitación a Reunión + Form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Reunión Comercial realizada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Form 2 completado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840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Revisado por equipo interno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Enviado a Directorio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663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Aprobado por Directorio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Prospección (2/2)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Campos de Seguimiento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Última acción [Manual]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Fecha última acción [Manual]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Siguiente acción [Automático]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28346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Categorías de Datos (53 columnas)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Identificación: RUT, Razón Social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Contactos: Nombre, Correo, Teléfono, LinkedIn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Representante Legal: Datos completos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Contrapartes: Marketing, Finanzas, Principal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Empresa: Vertical, Giro, Sitio Web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Motivación: Interés, Expectativas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Estructura: Dueños, Nº empleados, Año constitución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 Transición: </a:t>
            </a:r>
            <a:r>
              <a:rPr lang="en-US" sz="1400" dirty="0">
                <a:solidFill>
                  <a:srgbClr val="E8F4F5"/>
                </a:solidFill>
              </a:rPr>
              <a:t>Si aprobado → pasa a Nuevas Empresas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Nuevas Empresas (1/2)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Estado: Empresa aprobada, formalizando ingreso (pago + contrato)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Flujo de Formalización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Correo con siguientes pasos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Contrato enviado (DocuSign)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Contrato firmado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Emisión documento de cobro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Pagado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251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Onboarding completado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Nuevas Empresas (2/2)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Datos que se Registran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Tamaño empresa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Año de ingreso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Mes de ingreso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Valor pagado (CLP)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Estado del proceso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Fecha última acción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14630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Validaciones Requeridas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puede pasar a Empresas si: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Faltan datos obligatorios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No hay aprobación manual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Pago no confirmado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Contrato no firmado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 Transición: </a:t>
            </a:r>
            <a:r>
              <a:rPr lang="en-US" sz="1400" dirty="0">
                <a:solidFill>
                  <a:srgbClr val="E8F4F5"/>
                </a:solidFill>
              </a:rPr>
              <a:t>Pago confirmado Y contrato firmado → pasa a Empresas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Empresas (1/2)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Estado: Miembro activo de FinteChile - Ficha consolidada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Propósito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Esta es la hoja central del sistema. Contiene la ficha completa de cada miembro activo con todos los datos estructurales de la empresa.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02C39A"/>
          </a:solidFill>
          <a:ln w="254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Dato Foráneo Clave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El TAMAÑO de la empresa NO se modifica aquí. Se actualiza automáticamente desde la hoja Renovación según el último pago registrado.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840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Función en el Sistema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97280" y="4251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Actúa como base de datos principal de miembros activos. Todas las demás hojas se relacionan con esta usando el RUT como ID único.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Empresas (2/2) - Datos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Identificación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RUT, Razón Social, Nombre, Membresía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3832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Dimensiones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Tamaño*, Año ingreso, Mes ingreso, Nº empleados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30936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Clasificación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Vertical, Giro, Descripción, Año constitución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Presencia Online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Sitio Web, LinkedIn, Dominio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2860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Gestión Interna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Contacto principal, KAM asignado, Último seguimiento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Histórico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Interés inicial, Motivación, Expectativas, Cómo conoció FinteChile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* Tamaño se actualiza automáticamente desde Renovación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Renovación (1/2)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Entidad Transaccional: Cada fila = un pago específico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Propósito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Registrar todos los pagos (primer pago y renovaciones anuales posteriores). Controla el tamaño actual de cada empresa.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Campos Principales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Año del Pago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310896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Mes de Renovación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329184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4747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ID Empresa (RUT)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347472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</a:rPr>
              <a:t>Desde Empresas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Nombre Empresa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365760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</a:rPr>
              <a:t>Desde Empresas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Valor Pagado CLP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384048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40233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Tamaño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402336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4206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Fecha de Renovación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0" y="420624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3891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Estado Pago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0" y="438912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2C39A"/>
                </a:solidFill>
              </a:rPr>
              <a:t>Automático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45720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Seguimiento Pago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57200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Manual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Renovación (2/2) - Estados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Estados de Pago (Automáticos)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 día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Pago vigente y activo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Próximo a renovar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Se acerca la fecha de renovación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014F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Atrasado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017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Pasó la fecha sin pagar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Funciones Clave en el Sistema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Controla el tamaño actual de la empresa (visible en hoja Empresas)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Calcula automáticamente el estado de cada pago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Dispara el proceso de salida cuando Seguimiento = 'No Renovará'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Contactos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Relación: 1:N - Una empresa puede tener múltiples contactos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Propósito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Registrar personas de contacto (contrapartes) asociadas a cada empresa. Provienen de formularios o se agregan manualmente.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Estructura de Datos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Identificadores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0" y="3200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ID Empresa (RUT), Correo (ID Contacto)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794760"/>
            <a:ext cx="22860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Empresa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0" y="3794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Membresía, Nombre Empresa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4864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926080" y="4389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Nombre, Cargo, Teléfono, LinkedIn, RUT, Nacionalidad, Profesión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983480"/>
            <a:ext cx="22860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48640" y="4983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 de Contraparte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26080" y="4983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Principal, Marketing, Finanzas, etc.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Salida Empresas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Estado: Ex-miembro - Empresa que decidió no renovar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Disparador del Proceso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En hoja Renovación: Seguimiento Pago = 'No Renovará'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Proceso de Salida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3108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Aparece mensaje de confirmación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365760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9144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3657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Eliminación en hojas activas (Empresas, Renovación, Contactos)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4206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Conservación histórica completa en Salida Empresas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635305"/>
            <a:ext cx="8229600" cy="4572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640080" y="4635305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93B"/>
                </a:solidFill>
              </a:rPr>
              <a:t>Propósito: Mantener histórico completo sin contaminar hojas de miembros activos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Resumen de Salida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Propósito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Hoja complementaria a Salida Empresas que consolida información resumida de empresas que abandonaron FinteChile, facilitando análisis histórico y reportes sin necesidad de revisar datos detallados.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023360" cy="12801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Salida Empresas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Contiene datos detallados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Histórico completo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Múltiples columnas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4023360" cy="12801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Resumen de Salida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Datos consolidados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Vista simplificada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Para análisis rápido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Información que se Conserva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Identificación: RUT, Razón Social, Nombre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Membresía: Tipo (Asociado/Partner)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Temporalidad: Año ingreso, Fecha salida, Tiempo como miembro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Contacto principal registrado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Resumen del Sistema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RUT como ID único conecta todas las hojas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691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8 hojas: Pegado → Prospección → Nuevas → Empresas → Renovación/Contactos → Salida/Resumen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1945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194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Sistema semi-automatizado: Apps Script + acciones manuales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2697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Renovación controla tamaño actual en Empresas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004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3200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Relación 1:1: Prospección y Nuevas Empresas (histórico)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0332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9728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Relación 1:N: Renovación (pagos) y Contactos (personas)</a:t>
            </a:r>
            <a:endParaRPr lang="en-US" sz="13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97280" y="4206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Salida automática desde trigger en Renovación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Manual de la Master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F4F5"/>
                </a:solidFill>
              </a:rPr>
              <a:t>Sistema de Gestión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F4F5"/>
                </a:solidFill>
              </a:rPr>
              <a:t>Fin del documento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Microsoft Office PowerPoint</Application>
  <PresentationFormat>On-screen Show (16:9)</PresentationFormat>
  <Paragraphs>285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la Master</dc:title>
  <dc:subject>PptxGenJS Presentation</dc:subject>
  <dc:creator>FinteChile</dc:creator>
  <cp:lastModifiedBy>Santiago Felipe Reyes Arizaga</cp:lastModifiedBy>
  <cp:revision>2</cp:revision>
  <dcterms:created xsi:type="dcterms:W3CDTF">2026-02-12T20:11:21Z</dcterms:created>
  <dcterms:modified xsi:type="dcterms:W3CDTF">2026-02-12T20:16:52Z</dcterms:modified>
</cp:coreProperties>
</file>